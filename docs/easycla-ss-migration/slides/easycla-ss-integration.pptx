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EasyCLA → LFX Self Serve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9D2EE"/>
                </a:solidFill>
              </a:rPr>
              <a:t>Migration program — architecture review &amp; scope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A6C8"/>
                </a:solidFill>
              </a:rPr>
              <a:t>Spec: specs/001-easycla-ss-integration-fable  ·  branch 001-easycla-ss-integration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What we want to do,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Consolidate EasyCLA's three user-facing UIs into LFX Self Serve (LFX One)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5A6472"/>
                </a:solidFill>
              </a:rPr>
              <a:t>– Contributor Console → Me lens (view + sign ICLAs/ECLAs)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5A6472"/>
                </a:solidFill>
              </a:rPr>
              <a:t>– Corporate CLA Console → Organization lens (CCLA management)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5A6472"/>
                </a:solidFill>
              </a:rPr>
              <a:t>– PCC EasyCLA module → Project lens (CLA groups, repos, templates)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Feature parity is the contract — inventory-driven checklists per milestone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Separately gated decision: re-platform the EasyCLA API as a V2 Kubernetes service, optionally DynamoDB → Postgres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Every milestone independently shippable and reversible (config-flip cutovers)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Current state (verified in 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Two Go backends, both AWS Lambdas: /v3 + /v4 (cla-backend-go) and legacy /v1 + /v2 (cla-backend-legacy — Python is fully removed)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Already routed through lfx-gateway (/cla-service/*) — gateway onboarding is done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~19 DynamoDB tables (us-east-1); signed PDFs in S3 with 15-min presigned URLs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DocuSign lives entirely in the backend (v2/sign): consoles only redirect to a sign_url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PR check remediation link is an SSM parameter → console cutover/rollback is a config flip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LF SSO login is already mandatory in both consoles (incl. ICLA) — no anonymous flow remains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Roles (cla-manager / cla-signatory / designee) hardcoded in ACS (Salesforce-backed); no CLA types in OpenFGA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WHERE WE ARE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Target platform: Self Serve + LFX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Self Serve: Angular 20 + Express SSR; lens-scoped modules (Me / Organization / Project / Foundation)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Integration pattern already proven: crowdfunding = external backend behind SS server routes with own token audience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M1–M5: SS becomes a client of the existing EasyCLA v3/v4 APIs — no business-logic rewrite, enforcement stays in EasyCLA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“V2 service” = Helm/ArgoCD, Heimdall authN, OpenFGA authZ, NATS, OTel — ~15 services follow this shape today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Roles: bridge to EasyCLA/ACS until M6; model CLA in OpenFGA only when enforcement itself moves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No DocuSign integration in SS, ever — request sign_url, redirect, done (no bridge service needed)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Six milestones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120640"/>
                <a:gridCol w="3566160"/>
                <a:gridCol w="1737360"/>
              </a:tblGrid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Retires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Effort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Read-only “My CLAs” in Me lens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M2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Sign ICLA in SS (M2a GitHub / M2b GitLab / M2c Gerrit)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Corporate flow + ECLA in SS (M3a–c)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Contributor Console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M4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CCLA management in Organization lens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Corporate Console + its GraphQL BFF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XL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EasyCLA admin in Project lens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PCC EasyCLA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M6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API → Kubernetes V2 service (± Postgres)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Lambda stacks (decision milestone)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</a:rPr>
                        <a:t>XL / XXL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</a:rPr>
              <a:t>M1–M3 build the contributor path in increasing complexity; M4/M5 parallelize after M3; M6 gated on separate go/no-go.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MILESTONE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M1 — Read-only “My CLAs” (Me lens)   ·   Effort: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First self-service view of a contributor's CLA history anywhere (ICLAs + valid ECLAs, ICLA PDF download)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Builds the plumbing every later milestone reuses: SS server 'cla' module + identity mapping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Identity = union of three keys: LF username + verified emails + linked GitHub accounts (numeric ID)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5A6472"/>
                </a:solidFill>
              </a:rPr>
              <a:t>– “Don't see your CLAs? Link your GitHub account” CTA into SS's existing identity-linking flow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5A6472"/>
                </a:solidFill>
              </a:rPr>
              <a:t>– One small EasyCLA read endpoint expected (GET /v4/users/by-identity) — existing search API is a table scan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Read-only, feature-flagged, zero writes — trivially reversible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Exit: 100% parity vs backend data on sample; PDF success ≥ 99%; unmatched-identity telemetry 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MILESTONE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M2 — Sign ICLAs in Self Serve   ·   Effort: M (×3 platforms)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PR check link lands in SS; individual flow completes DocuSign ceremony; back to PR, check green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The “DocuSign problem” is smaller than feared: consoles never talk to DocuSign — SS won't either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5A6472"/>
                </a:solidFill>
              </a:rPr>
              <a:t>– One API call returns sign_url; webhooks, PDFs, envelopes stay in EasyCLA v2/sign — no new bridge service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Cutover = flip the SSM redirect parameter per environment; rollback identical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Sub-milestones by platform: M2a GitHub → M2b GitLab → M2c Gerrit (verify each cutover switch exists first)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Parity details: embargo/OFAC checkbox (client-side today!), earliest-PR-only update + /easycla re-check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Trickiest bit: preserving deep-link context through the Auth0 login round-trip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MILESTONE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M3 — Corporate flow + ECLA in SS; retire Contributor Console   ·   Effort: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Company search/add, pre-checks (sanctions, missing CCLA, approval list), ECLA acknowledgement (no DocuSign)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Branches at parity: notify CLA managers · become CLA-manager designee · invite company admin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Roles are assigned via existing v4 endpoints — no OpenFGA modeling needed yet; async ACS/Salesforce retries stay server-side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Re-point notification emails that embed console URLs; redirect stub for old PR-comment links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Console retires only after M3c (all three git platforms covered)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Watch-out: designee flow hands off to Corporate Console until M4 — keep M3/M4 close on the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MILESTONE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M4 — CCLA management in Organization lens; retire Corporate Console   ·   Effort: XL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Scope reality: not just ~160 Angular components — the console has its own GraphQL BFF (~648 files) to absorb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Full inventory: CCLA signing (incl. email signatory — signs via DocuSign link, no LF account needed), 5 approval-list types, acknowledgements, manager CRUD, auto-create-ECLA, activity logs/CSV, metrics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Role decision: bridge to EasyCLA/ACS (recommended) — OpenFGA copy now would be a second, non-enforcing source of truth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CLA authority is finer-grained than org-lens b2b_org#writer — org admin ≠ CLA manager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Dependency to confirm: Organization lens is currently dark-launched — GA timeline gates M4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Freeze Corporate Console feature work at M4 start; golden-file parity checks (CSV, pagination, search)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MILESTONE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M5 — EasyCLA project admin in Project lens; remove from PCC   ·   Effort: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PCC v1 only (PCC v2 has no EasyCLA) — SS is the natural successor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CLA group wizard (one CLA group per project; hierarchy validation), template preview/regeneration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GitHub App install round-trip, per-repo enforcement, enforce-all; GitLab groups; Gerrit (list/link only — LF-hosted, ticket-based onboarding)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Reporting incl. signature invalidation (destructive — confirmation + audit)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Roles map naturally: project-scoped admin ≈ existing Project-lens authority (audit the 24-permission matrix first)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Ops parity: repo lifecycle emails, default-branch-only auto protection, Merge Queue permission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MILESTONE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M6 — Kubernetes V2 service; DynamoDB → Postgres?   ·   Decision milestone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029200"/>
                <a:gridCol w="5029200"/>
              </a:tblGrid>
              <a:tr h="100584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Track A: K8s, keep DynamoDB (XL)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Track B: A + Postgres (XXL)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Containerize (standalone server exists); fold in legacy /v1+/v2 surface; Heimdall + OpenFGA role migration (the hard part); aux lambdas; gradual gateway cutover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+ repository-layer rewrite in every module; ~19-table migration with dual-run; replace DynamoDB-Streams event fan-out (outbox → NATS)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Authorization cutover (ACS→FGA) breaking corporate flows — dual-evaluate first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Signature data is legally meaningful — zero-loss required; migrate signatures table last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2A4A"/>
                </a:solidFill>
              </a:rPr>
              <a:t>Recommendation: commit Track A only after M1–M5 prove the surface; run Postgres as a phased per-table strangler inside M6 (events first, signatures last). Interrogate the “DynamoDB causes issues” claim first — some pain is fixable with GSIs at 5% of the cost. Both API codebases are already Go — no language port anywhere.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Cross-cutting risks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85216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6C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Identity history: pre-LF-login records unlinked from LF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M1 three-key union + GitHub-link CTA + unmatched telemetry (launch gate for M2)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Role bridging (ACS ↔ SS lenses)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Bridge, don't migrate, until M6; enforcement stays server-side in EasyCLA v4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Dual-console periods → feature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Freeze console feature work per area once its milestone starts; one release train for platform sub-milestones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Legacy /v1+/v2 Go surface drifts from /v4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Single ownership; extend existing parity/contract tests; absorb in M6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Webhook/DocuSign callback loss at M6 cutover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Gradual gateway cutover + replay/reconciliation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M6 discards M3–M5 adapters (rework)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</a:rPr>
                        <a:t>Adapters deliberately thin (one SS server module); hybrid-strangler option if M6 committed early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Decisions resolved during spec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Q1 — Contributor login: already mandatory in the console today (verified in code) — SS introduces no new friction; no anonymous path needed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Q2 — Git platforms: all three in scope; per-platform sub-milestones (M2a–c / M3a–c), each with its own cutover switch; console retires after M3c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Q3 — Sequencing: UI-first (M1–M5 on existing v4 APIs, thin adapters); M6 separately gated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5A6472"/>
                </a:solidFill>
              </a:rPr>
              <a:t>– Alternative on the table: hybrid strangler — early CLA read/query V2 service after M2 if M6 becomes committed scope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Everything above verified against code, not just docs (two doc claims corrected in the process)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CB7"/>
                </a:solidFill>
              </a:rPr>
              <a:t>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</a:rPr>
              <a:t>What we need from this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Architecture: endorse the strangler strategy — SS as client of EasyCLA v4, roles bridged to ACS until M6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Architecture: position on M6 (Track A / Track B / hybrid strangler timing)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B2A4A"/>
                </a:solidFill>
              </a:rPr>
              <a:t>• PM: approve milestone scope + parity contracts (inventory checklists per console)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PM: confirm Organization-lens GA timeline (gates M4)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EasyCLA team: review the one new endpoint (GET /v4/users/by-identity) and upstream hardening notes (ownership checks, embargo gate server-side, lf_username backfill)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4A"/>
                </a:solidFill>
              </a:rPr>
              <a:t>• Next step: /speckit-tasks on M1 (plan approved and committed; specs on branch 001-easycla-ss-integration)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